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7" r:id="rId2"/>
    <p:sldId id="258" r:id="rId3"/>
    <p:sldId id="257" r:id="rId4"/>
    <p:sldId id="259" r:id="rId5"/>
    <p:sldId id="265" r:id="rId6"/>
    <p:sldId id="260" r:id="rId7"/>
    <p:sldId id="261" r:id="rId8"/>
    <p:sldId id="268" r:id="rId9"/>
    <p:sldId id="264" r:id="rId10"/>
    <p:sldId id="269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D7357E-EE5E-417E-9874-00E870137AA2}" v="4" dt="2026-02-14T18:39:54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1BCD85-8662-4EC8-8C91-21FE480E252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F62CD2-03EA-4096-A0A0-77230AAE1DB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Architecture Full-Stack</a:t>
          </a:r>
          <a:endParaRPr lang="en-US"/>
        </a:p>
      </dgm:t>
    </dgm:pt>
    <dgm:pt modelId="{F5A2185D-A3B5-48C7-88C2-6666C46D3F87}" type="parTrans" cxnId="{02C36A85-7047-42CD-804A-331180F787D1}">
      <dgm:prSet/>
      <dgm:spPr/>
      <dgm:t>
        <a:bodyPr/>
        <a:lstStyle/>
        <a:p>
          <a:endParaRPr lang="en-US"/>
        </a:p>
      </dgm:t>
    </dgm:pt>
    <dgm:pt modelId="{64AFB967-FBBC-4890-876B-A7A6BF338073}" type="sibTrans" cxnId="{02C36A85-7047-42CD-804A-331180F787D1}">
      <dgm:prSet/>
      <dgm:spPr/>
      <dgm:t>
        <a:bodyPr/>
        <a:lstStyle/>
        <a:p>
          <a:endParaRPr lang="en-US"/>
        </a:p>
      </dgm:t>
    </dgm:pt>
    <dgm:pt modelId="{A9FAB0BF-E9BD-49FE-9222-F4770E3506E5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Frontend</a:t>
          </a:r>
          <a:endParaRPr lang="en-US"/>
        </a:p>
      </dgm:t>
    </dgm:pt>
    <dgm:pt modelId="{B6B96052-BEEE-4FA0-8D61-5EF64D384488}" type="parTrans" cxnId="{4FBCC59C-9CB1-431F-AE96-3E1513ADA00C}">
      <dgm:prSet/>
      <dgm:spPr/>
      <dgm:t>
        <a:bodyPr/>
        <a:lstStyle/>
        <a:p>
          <a:endParaRPr lang="en-US"/>
        </a:p>
      </dgm:t>
    </dgm:pt>
    <dgm:pt modelId="{3F59808C-A62C-4EF3-B5C6-FAADE534C829}" type="sibTrans" cxnId="{4FBCC59C-9CB1-431F-AE96-3E1513ADA00C}">
      <dgm:prSet/>
      <dgm:spPr/>
      <dgm:t>
        <a:bodyPr/>
        <a:lstStyle/>
        <a:p>
          <a:endParaRPr lang="en-US"/>
        </a:p>
      </dgm:t>
    </dgm:pt>
    <dgm:pt modelId="{234F6841-32D5-4A00-864F-513289B63A8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dirty="0"/>
            <a:t>Interface utilisateur</a:t>
          </a:r>
          <a:endParaRPr lang="en-US" dirty="0"/>
        </a:p>
      </dgm:t>
    </dgm:pt>
    <dgm:pt modelId="{26927F1D-6649-4344-9F9D-AC29B8BC8234}" type="parTrans" cxnId="{98410D04-2F2B-450A-AC88-3BB3A78F7516}">
      <dgm:prSet/>
      <dgm:spPr/>
      <dgm:t>
        <a:bodyPr/>
        <a:lstStyle/>
        <a:p>
          <a:endParaRPr lang="en-US"/>
        </a:p>
      </dgm:t>
    </dgm:pt>
    <dgm:pt modelId="{B18AD112-1480-4363-948F-A85B26F741A9}" type="sibTrans" cxnId="{98410D04-2F2B-450A-AC88-3BB3A78F7516}">
      <dgm:prSet/>
      <dgm:spPr/>
      <dgm:t>
        <a:bodyPr/>
        <a:lstStyle/>
        <a:p>
          <a:endParaRPr lang="en-US"/>
        </a:p>
      </dgm:t>
    </dgm:pt>
    <dgm:pt modelId="{0EEA0969-EE60-43E1-BFE1-D63A8C6834B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Backend</a:t>
          </a:r>
          <a:endParaRPr lang="en-US"/>
        </a:p>
      </dgm:t>
    </dgm:pt>
    <dgm:pt modelId="{F30C2F0D-3E1D-4B32-9B7C-8BBFCE1FF746}" type="parTrans" cxnId="{C5C3F57C-88AB-49CB-91BF-170E49E5B8D7}">
      <dgm:prSet/>
      <dgm:spPr/>
      <dgm:t>
        <a:bodyPr/>
        <a:lstStyle/>
        <a:p>
          <a:endParaRPr lang="en-US"/>
        </a:p>
      </dgm:t>
    </dgm:pt>
    <dgm:pt modelId="{DCB3420E-164D-42E2-9301-1DE86499A34E}" type="sibTrans" cxnId="{C5C3F57C-88AB-49CB-91BF-170E49E5B8D7}">
      <dgm:prSet/>
      <dgm:spPr/>
      <dgm:t>
        <a:bodyPr/>
        <a:lstStyle/>
        <a:p>
          <a:endParaRPr lang="en-US"/>
        </a:p>
      </dgm:t>
    </dgm:pt>
    <dgm:pt modelId="{B2BAB788-DE85-4497-A366-B419DCE59E2B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Validation</a:t>
          </a:r>
          <a:endParaRPr lang="en-US"/>
        </a:p>
      </dgm:t>
    </dgm:pt>
    <dgm:pt modelId="{A3DE9313-F3E0-4E70-8B53-88D8884921D9}" type="parTrans" cxnId="{00D2287C-E2FE-4618-B38E-77779892E9F7}">
      <dgm:prSet/>
      <dgm:spPr/>
      <dgm:t>
        <a:bodyPr/>
        <a:lstStyle/>
        <a:p>
          <a:endParaRPr lang="en-US"/>
        </a:p>
      </dgm:t>
    </dgm:pt>
    <dgm:pt modelId="{09F512D1-8E0B-4D76-A14E-B1E9EEE05C1B}" type="sibTrans" cxnId="{00D2287C-E2FE-4618-B38E-77779892E9F7}">
      <dgm:prSet/>
      <dgm:spPr/>
      <dgm:t>
        <a:bodyPr/>
        <a:lstStyle/>
        <a:p>
          <a:endParaRPr lang="en-US"/>
        </a:p>
      </dgm:t>
    </dgm:pt>
    <dgm:pt modelId="{51AAFABC-CA44-4E99-B435-304480479A6C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Génération du code court</a:t>
          </a:r>
          <a:endParaRPr lang="en-US"/>
        </a:p>
      </dgm:t>
    </dgm:pt>
    <dgm:pt modelId="{7DD6EC2C-004A-4F47-B7F1-903CB2DEE5BC}" type="parTrans" cxnId="{945BCA26-EBA9-4583-B728-0D9E394D67E9}">
      <dgm:prSet/>
      <dgm:spPr/>
      <dgm:t>
        <a:bodyPr/>
        <a:lstStyle/>
        <a:p>
          <a:endParaRPr lang="en-US"/>
        </a:p>
      </dgm:t>
    </dgm:pt>
    <dgm:pt modelId="{9F2AFF77-0174-4039-ADDB-761BE7730C83}" type="sibTrans" cxnId="{945BCA26-EBA9-4583-B728-0D9E394D67E9}">
      <dgm:prSet/>
      <dgm:spPr/>
      <dgm:t>
        <a:bodyPr/>
        <a:lstStyle/>
        <a:p>
          <a:endParaRPr lang="en-US"/>
        </a:p>
      </dgm:t>
    </dgm:pt>
    <dgm:pt modelId="{6100608C-EEC4-465D-9FCB-AA21366E9B6F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Redirection HTTP</a:t>
          </a:r>
          <a:endParaRPr lang="en-US"/>
        </a:p>
      </dgm:t>
    </dgm:pt>
    <dgm:pt modelId="{5BD96A25-DB71-4628-ACDE-1F401151C2C6}" type="parTrans" cxnId="{85D19095-5929-4992-8F39-9F6D397426E8}">
      <dgm:prSet/>
      <dgm:spPr/>
      <dgm:t>
        <a:bodyPr/>
        <a:lstStyle/>
        <a:p>
          <a:endParaRPr lang="en-US"/>
        </a:p>
      </dgm:t>
    </dgm:pt>
    <dgm:pt modelId="{2F89457F-6F16-451A-810A-CC2B52B9DCAE}" type="sibTrans" cxnId="{85D19095-5929-4992-8F39-9F6D397426E8}">
      <dgm:prSet/>
      <dgm:spPr/>
      <dgm:t>
        <a:bodyPr/>
        <a:lstStyle/>
        <a:p>
          <a:endParaRPr lang="en-US"/>
        </a:p>
      </dgm:t>
    </dgm:pt>
    <dgm:pt modelId="{EEEAB532-526C-4528-9806-869EB01B4B58}">
      <dgm:prSet/>
      <dgm:spPr/>
      <dgm:t>
        <a:bodyPr/>
        <a:lstStyle/>
        <a:p>
          <a:pPr>
            <a:lnSpc>
              <a:spcPct val="100000"/>
            </a:lnSpc>
          </a:pPr>
          <a:r>
            <a:rPr lang="fr-FR" b="1"/>
            <a:t>Base de données</a:t>
          </a:r>
          <a:endParaRPr lang="en-US"/>
        </a:p>
      </dgm:t>
    </dgm:pt>
    <dgm:pt modelId="{8429D463-8E74-43EA-A4AB-3F911FBF1A4C}" type="parTrans" cxnId="{F839517D-D6D1-454C-929E-9999545CC028}">
      <dgm:prSet/>
      <dgm:spPr/>
      <dgm:t>
        <a:bodyPr/>
        <a:lstStyle/>
        <a:p>
          <a:endParaRPr lang="en-US"/>
        </a:p>
      </dgm:t>
    </dgm:pt>
    <dgm:pt modelId="{18294C06-3E0E-4876-A760-90C09DB44653}" type="sibTrans" cxnId="{F839517D-D6D1-454C-929E-9999545CC028}">
      <dgm:prSet/>
      <dgm:spPr/>
      <dgm:t>
        <a:bodyPr/>
        <a:lstStyle/>
        <a:p>
          <a:endParaRPr lang="en-US"/>
        </a:p>
      </dgm:t>
    </dgm:pt>
    <dgm:pt modelId="{B9CDC17E-EB0A-45B8-ADD2-12164E51E79D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Stockage des liens</a:t>
          </a:r>
          <a:endParaRPr lang="en-US"/>
        </a:p>
      </dgm:t>
    </dgm:pt>
    <dgm:pt modelId="{9BF0889D-A694-4261-9EC0-AED38470FE89}" type="parTrans" cxnId="{C90DFD76-F862-48E3-B90A-7FB5BD9015BF}">
      <dgm:prSet/>
      <dgm:spPr/>
      <dgm:t>
        <a:bodyPr/>
        <a:lstStyle/>
        <a:p>
          <a:endParaRPr lang="en-US"/>
        </a:p>
      </dgm:t>
    </dgm:pt>
    <dgm:pt modelId="{1BAB2E64-CD85-4112-A8CD-154BA05B2289}" type="sibTrans" cxnId="{C90DFD76-F862-48E3-B90A-7FB5BD9015BF}">
      <dgm:prSet/>
      <dgm:spPr/>
      <dgm:t>
        <a:bodyPr/>
        <a:lstStyle/>
        <a:p>
          <a:endParaRPr lang="en-US"/>
        </a:p>
      </dgm:t>
    </dgm:pt>
    <dgm:pt modelId="{E2A7BBFE-9EE0-4664-B51D-4FE6381AA114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Statistiques</a:t>
          </a:r>
          <a:endParaRPr lang="en-US"/>
        </a:p>
      </dgm:t>
    </dgm:pt>
    <dgm:pt modelId="{FE312416-0B48-4F14-AC29-4ADFDE18C08B}" type="parTrans" cxnId="{912FF2B7-6672-411F-AA47-F77598714484}">
      <dgm:prSet/>
      <dgm:spPr/>
      <dgm:t>
        <a:bodyPr/>
        <a:lstStyle/>
        <a:p>
          <a:endParaRPr lang="en-US"/>
        </a:p>
      </dgm:t>
    </dgm:pt>
    <dgm:pt modelId="{53A4F584-766F-4599-855C-C03C79B04E9F}" type="sibTrans" cxnId="{912FF2B7-6672-411F-AA47-F77598714484}">
      <dgm:prSet/>
      <dgm:spPr/>
      <dgm:t>
        <a:bodyPr/>
        <a:lstStyle/>
        <a:p>
          <a:endParaRPr lang="en-US"/>
        </a:p>
      </dgm:t>
    </dgm:pt>
    <dgm:pt modelId="{9DDB5E6D-3E3E-408A-927F-8F3BA85BD1D1}" type="pres">
      <dgm:prSet presAssocID="{681BCD85-8662-4EC8-8C91-21FE480E252E}" presName="root" presStyleCnt="0">
        <dgm:presLayoutVars>
          <dgm:dir/>
          <dgm:resizeHandles val="exact"/>
        </dgm:presLayoutVars>
      </dgm:prSet>
      <dgm:spPr/>
    </dgm:pt>
    <dgm:pt modelId="{84F3350E-5C03-4035-B825-071B3252C167}" type="pres">
      <dgm:prSet presAssocID="{8FF62CD2-03EA-4096-A0A0-77230AAE1DB9}" presName="compNode" presStyleCnt="0"/>
      <dgm:spPr/>
    </dgm:pt>
    <dgm:pt modelId="{CB545BDC-A9C6-4D29-9BA2-A885C1051725}" type="pres">
      <dgm:prSet presAssocID="{8FF62CD2-03EA-4096-A0A0-77230AAE1DB9}" presName="bgRect" presStyleLbl="bgShp" presStyleIdx="0" presStyleCnt="4"/>
      <dgm:spPr/>
    </dgm:pt>
    <dgm:pt modelId="{ED2CE4DA-0E6B-4581-8A5C-323DE4B3E147}" type="pres">
      <dgm:prSet presAssocID="{8FF62CD2-03EA-4096-A0A0-77230AAE1DB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9EA1A8E-0C9D-426C-B480-1FE395C558EC}" type="pres">
      <dgm:prSet presAssocID="{8FF62CD2-03EA-4096-A0A0-77230AAE1DB9}" presName="spaceRect" presStyleCnt="0"/>
      <dgm:spPr/>
    </dgm:pt>
    <dgm:pt modelId="{87086231-1D7D-41D4-A3B6-49BB94965F08}" type="pres">
      <dgm:prSet presAssocID="{8FF62CD2-03EA-4096-A0A0-77230AAE1DB9}" presName="parTx" presStyleLbl="revTx" presStyleIdx="0" presStyleCnt="7">
        <dgm:presLayoutVars>
          <dgm:chMax val="0"/>
          <dgm:chPref val="0"/>
        </dgm:presLayoutVars>
      </dgm:prSet>
      <dgm:spPr/>
    </dgm:pt>
    <dgm:pt modelId="{319A0225-20D6-4656-A8BC-40E2CAE2315D}" type="pres">
      <dgm:prSet presAssocID="{64AFB967-FBBC-4890-876B-A7A6BF338073}" presName="sibTrans" presStyleCnt="0"/>
      <dgm:spPr/>
    </dgm:pt>
    <dgm:pt modelId="{54797C07-E748-41E9-9863-66E8A327778D}" type="pres">
      <dgm:prSet presAssocID="{A9FAB0BF-E9BD-49FE-9222-F4770E3506E5}" presName="compNode" presStyleCnt="0"/>
      <dgm:spPr/>
    </dgm:pt>
    <dgm:pt modelId="{F26B9438-6CFA-43A4-8D34-3A72A73928C8}" type="pres">
      <dgm:prSet presAssocID="{A9FAB0BF-E9BD-49FE-9222-F4770E3506E5}" presName="bgRect" presStyleLbl="bgShp" presStyleIdx="1" presStyleCnt="4"/>
      <dgm:spPr/>
    </dgm:pt>
    <dgm:pt modelId="{5284CC1F-892B-4E86-873F-33D599A0BEB7}" type="pres">
      <dgm:prSet presAssocID="{A9FAB0BF-E9BD-49FE-9222-F4770E3506E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5FDC78B0-43D8-4D52-8350-7747A8E24B6D}" type="pres">
      <dgm:prSet presAssocID="{A9FAB0BF-E9BD-49FE-9222-F4770E3506E5}" presName="spaceRect" presStyleCnt="0"/>
      <dgm:spPr/>
    </dgm:pt>
    <dgm:pt modelId="{62CA6EAB-54DF-45ED-93E7-99FFA7B2AF68}" type="pres">
      <dgm:prSet presAssocID="{A9FAB0BF-E9BD-49FE-9222-F4770E3506E5}" presName="parTx" presStyleLbl="revTx" presStyleIdx="1" presStyleCnt="7">
        <dgm:presLayoutVars>
          <dgm:chMax val="0"/>
          <dgm:chPref val="0"/>
        </dgm:presLayoutVars>
      </dgm:prSet>
      <dgm:spPr/>
    </dgm:pt>
    <dgm:pt modelId="{A8AF254E-A782-453A-A2BC-98392F7069AE}" type="pres">
      <dgm:prSet presAssocID="{A9FAB0BF-E9BD-49FE-9222-F4770E3506E5}" presName="desTx" presStyleLbl="revTx" presStyleIdx="2" presStyleCnt="7">
        <dgm:presLayoutVars/>
      </dgm:prSet>
      <dgm:spPr/>
    </dgm:pt>
    <dgm:pt modelId="{9FC86830-25B5-4885-8550-1326A0A1AE5E}" type="pres">
      <dgm:prSet presAssocID="{3F59808C-A62C-4EF3-B5C6-FAADE534C829}" presName="sibTrans" presStyleCnt="0"/>
      <dgm:spPr/>
    </dgm:pt>
    <dgm:pt modelId="{979A256B-FBEE-46F4-91BE-164C5ACEC865}" type="pres">
      <dgm:prSet presAssocID="{0EEA0969-EE60-43E1-BFE1-D63A8C6834BD}" presName="compNode" presStyleCnt="0"/>
      <dgm:spPr/>
    </dgm:pt>
    <dgm:pt modelId="{BF475505-E3C4-4EAD-8432-24AE9656B571}" type="pres">
      <dgm:prSet presAssocID="{0EEA0969-EE60-43E1-BFE1-D63A8C6834BD}" presName="bgRect" presStyleLbl="bgShp" presStyleIdx="2" presStyleCnt="4"/>
      <dgm:spPr/>
    </dgm:pt>
    <dgm:pt modelId="{C766F6B8-D769-43C1-9CA0-EBF6E303B87C}" type="pres">
      <dgm:prSet presAssocID="{0EEA0969-EE60-43E1-BFE1-D63A8C6834B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D005040-F7AF-419D-8346-0683C6556EE7}" type="pres">
      <dgm:prSet presAssocID="{0EEA0969-EE60-43E1-BFE1-D63A8C6834BD}" presName="spaceRect" presStyleCnt="0"/>
      <dgm:spPr/>
    </dgm:pt>
    <dgm:pt modelId="{2B9A2D64-EF05-4171-8CB1-7F6F4CDCF7C4}" type="pres">
      <dgm:prSet presAssocID="{0EEA0969-EE60-43E1-BFE1-D63A8C6834BD}" presName="parTx" presStyleLbl="revTx" presStyleIdx="3" presStyleCnt="7">
        <dgm:presLayoutVars>
          <dgm:chMax val="0"/>
          <dgm:chPref val="0"/>
        </dgm:presLayoutVars>
      </dgm:prSet>
      <dgm:spPr/>
    </dgm:pt>
    <dgm:pt modelId="{A6DB2F96-3414-46A8-8611-F411F4ED056D}" type="pres">
      <dgm:prSet presAssocID="{0EEA0969-EE60-43E1-BFE1-D63A8C6834BD}" presName="desTx" presStyleLbl="revTx" presStyleIdx="4" presStyleCnt="7">
        <dgm:presLayoutVars/>
      </dgm:prSet>
      <dgm:spPr/>
    </dgm:pt>
    <dgm:pt modelId="{B12BD7C7-912A-49C0-8268-15C1D0229BF5}" type="pres">
      <dgm:prSet presAssocID="{DCB3420E-164D-42E2-9301-1DE86499A34E}" presName="sibTrans" presStyleCnt="0"/>
      <dgm:spPr/>
    </dgm:pt>
    <dgm:pt modelId="{E5AA9099-64C0-4F10-A209-8043748F5A7D}" type="pres">
      <dgm:prSet presAssocID="{EEEAB532-526C-4528-9806-869EB01B4B58}" presName="compNode" presStyleCnt="0"/>
      <dgm:spPr/>
    </dgm:pt>
    <dgm:pt modelId="{085A6440-DE27-4104-A21E-27BB68F98199}" type="pres">
      <dgm:prSet presAssocID="{EEEAB532-526C-4528-9806-869EB01B4B58}" presName="bgRect" presStyleLbl="bgShp" presStyleIdx="3" presStyleCnt="4"/>
      <dgm:spPr/>
    </dgm:pt>
    <dgm:pt modelId="{19E4EDF0-89B6-467E-B546-7FB533AF229E}" type="pres">
      <dgm:prSet presAssocID="{EEEAB532-526C-4528-9806-869EB01B4B5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C49266F-6A36-46AD-82F2-9A8A27A19CF4}" type="pres">
      <dgm:prSet presAssocID="{EEEAB532-526C-4528-9806-869EB01B4B58}" presName="spaceRect" presStyleCnt="0"/>
      <dgm:spPr/>
    </dgm:pt>
    <dgm:pt modelId="{77DC0444-2120-493A-83A3-531BB0E26A0C}" type="pres">
      <dgm:prSet presAssocID="{EEEAB532-526C-4528-9806-869EB01B4B58}" presName="parTx" presStyleLbl="revTx" presStyleIdx="5" presStyleCnt="7">
        <dgm:presLayoutVars>
          <dgm:chMax val="0"/>
          <dgm:chPref val="0"/>
        </dgm:presLayoutVars>
      </dgm:prSet>
      <dgm:spPr/>
    </dgm:pt>
    <dgm:pt modelId="{DA08C40F-8F87-48C0-8832-119885FDBACF}" type="pres">
      <dgm:prSet presAssocID="{EEEAB532-526C-4528-9806-869EB01B4B58}" presName="desTx" presStyleLbl="revTx" presStyleIdx="6" presStyleCnt="7">
        <dgm:presLayoutVars/>
      </dgm:prSet>
      <dgm:spPr/>
    </dgm:pt>
  </dgm:ptLst>
  <dgm:cxnLst>
    <dgm:cxn modelId="{98410D04-2F2B-450A-AC88-3BB3A78F7516}" srcId="{A9FAB0BF-E9BD-49FE-9222-F4770E3506E5}" destId="{234F6841-32D5-4A00-864F-513289B63A8D}" srcOrd="0" destOrd="0" parTransId="{26927F1D-6649-4344-9F9D-AC29B8BC8234}" sibTransId="{B18AD112-1480-4363-948F-A85B26F741A9}"/>
    <dgm:cxn modelId="{2265DE21-907F-47F6-8483-B9A10C4B63A9}" type="presOf" srcId="{EEEAB532-526C-4528-9806-869EB01B4B58}" destId="{77DC0444-2120-493A-83A3-531BB0E26A0C}" srcOrd="0" destOrd="0" presId="urn:microsoft.com/office/officeart/2018/2/layout/IconVerticalSolidList"/>
    <dgm:cxn modelId="{1BB65222-A61F-412D-ABDD-E8390216AA24}" type="presOf" srcId="{A9FAB0BF-E9BD-49FE-9222-F4770E3506E5}" destId="{62CA6EAB-54DF-45ED-93E7-99FFA7B2AF68}" srcOrd="0" destOrd="0" presId="urn:microsoft.com/office/officeart/2018/2/layout/IconVerticalSolidList"/>
    <dgm:cxn modelId="{945BCA26-EBA9-4583-B728-0D9E394D67E9}" srcId="{0EEA0969-EE60-43E1-BFE1-D63A8C6834BD}" destId="{51AAFABC-CA44-4E99-B435-304480479A6C}" srcOrd="1" destOrd="0" parTransId="{7DD6EC2C-004A-4F47-B7F1-903CB2DEE5BC}" sibTransId="{9F2AFF77-0174-4039-ADDB-761BE7730C83}"/>
    <dgm:cxn modelId="{669A8735-41D7-4AE1-AEB5-EF1CAE6478E4}" type="presOf" srcId="{0EEA0969-EE60-43E1-BFE1-D63A8C6834BD}" destId="{2B9A2D64-EF05-4171-8CB1-7F6F4CDCF7C4}" srcOrd="0" destOrd="0" presId="urn:microsoft.com/office/officeart/2018/2/layout/IconVerticalSolidList"/>
    <dgm:cxn modelId="{C90DFD76-F862-48E3-B90A-7FB5BD9015BF}" srcId="{EEEAB532-526C-4528-9806-869EB01B4B58}" destId="{B9CDC17E-EB0A-45B8-ADD2-12164E51E79D}" srcOrd="0" destOrd="0" parTransId="{9BF0889D-A694-4261-9EC0-AED38470FE89}" sibTransId="{1BAB2E64-CD85-4112-A8CD-154BA05B2289}"/>
    <dgm:cxn modelId="{00D2287C-E2FE-4618-B38E-77779892E9F7}" srcId="{0EEA0969-EE60-43E1-BFE1-D63A8C6834BD}" destId="{B2BAB788-DE85-4497-A366-B419DCE59E2B}" srcOrd="0" destOrd="0" parTransId="{A3DE9313-F3E0-4E70-8B53-88D8884921D9}" sibTransId="{09F512D1-8E0B-4D76-A14E-B1E9EEE05C1B}"/>
    <dgm:cxn modelId="{C5C3F57C-88AB-49CB-91BF-170E49E5B8D7}" srcId="{681BCD85-8662-4EC8-8C91-21FE480E252E}" destId="{0EEA0969-EE60-43E1-BFE1-D63A8C6834BD}" srcOrd="2" destOrd="0" parTransId="{F30C2F0D-3E1D-4B32-9B7C-8BBFCE1FF746}" sibTransId="{DCB3420E-164D-42E2-9301-1DE86499A34E}"/>
    <dgm:cxn modelId="{F839517D-D6D1-454C-929E-9999545CC028}" srcId="{681BCD85-8662-4EC8-8C91-21FE480E252E}" destId="{EEEAB532-526C-4528-9806-869EB01B4B58}" srcOrd="3" destOrd="0" parTransId="{8429D463-8E74-43EA-A4AB-3F911FBF1A4C}" sibTransId="{18294C06-3E0E-4876-A760-90C09DB44653}"/>
    <dgm:cxn modelId="{78F3997E-E039-4AD9-870D-2233B5FB34E3}" type="presOf" srcId="{6100608C-EEC4-465D-9FCB-AA21366E9B6F}" destId="{A6DB2F96-3414-46A8-8611-F411F4ED056D}" srcOrd="0" destOrd="2" presId="urn:microsoft.com/office/officeart/2018/2/layout/IconVerticalSolidList"/>
    <dgm:cxn modelId="{02C36A85-7047-42CD-804A-331180F787D1}" srcId="{681BCD85-8662-4EC8-8C91-21FE480E252E}" destId="{8FF62CD2-03EA-4096-A0A0-77230AAE1DB9}" srcOrd="0" destOrd="0" parTransId="{F5A2185D-A3B5-48C7-88C2-6666C46D3F87}" sibTransId="{64AFB967-FBBC-4890-876B-A7A6BF338073}"/>
    <dgm:cxn modelId="{BAACA193-C5C7-44CF-B5E8-8411CB3295EE}" type="presOf" srcId="{8FF62CD2-03EA-4096-A0A0-77230AAE1DB9}" destId="{87086231-1D7D-41D4-A3B6-49BB94965F08}" srcOrd="0" destOrd="0" presId="urn:microsoft.com/office/officeart/2018/2/layout/IconVerticalSolidList"/>
    <dgm:cxn modelId="{85D19095-5929-4992-8F39-9F6D397426E8}" srcId="{0EEA0969-EE60-43E1-BFE1-D63A8C6834BD}" destId="{6100608C-EEC4-465D-9FCB-AA21366E9B6F}" srcOrd="2" destOrd="0" parTransId="{5BD96A25-DB71-4628-ACDE-1F401151C2C6}" sibTransId="{2F89457F-6F16-451A-810A-CC2B52B9DCAE}"/>
    <dgm:cxn modelId="{9C1EC59C-BE46-4C03-823C-D62702D38C61}" type="presOf" srcId="{B2BAB788-DE85-4497-A366-B419DCE59E2B}" destId="{A6DB2F96-3414-46A8-8611-F411F4ED056D}" srcOrd="0" destOrd="0" presId="urn:microsoft.com/office/officeart/2018/2/layout/IconVerticalSolidList"/>
    <dgm:cxn modelId="{4FBCC59C-9CB1-431F-AE96-3E1513ADA00C}" srcId="{681BCD85-8662-4EC8-8C91-21FE480E252E}" destId="{A9FAB0BF-E9BD-49FE-9222-F4770E3506E5}" srcOrd="1" destOrd="0" parTransId="{B6B96052-BEEE-4FA0-8D61-5EF64D384488}" sibTransId="{3F59808C-A62C-4EF3-B5C6-FAADE534C829}"/>
    <dgm:cxn modelId="{71A0F5A2-85E3-4B92-AD87-54C6C45E266F}" type="presOf" srcId="{681BCD85-8662-4EC8-8C91-21FE480E252E}" destId="{9DDB5E6D-3E3E-408A-927F-8F3BA85BD1D1}" srcOrd="0" destOrd="0" presId="urn:microsoft.com/office/officeart/2018/2/layout/IconVerticalSolidList"/>
    <dgm:cxn modelId="{912FF2B7-6672-411F-AA47-F77598714484}" srcId="{EEEAB532-526C-4528-9806-869EB01B4B58}" destId="{E2A7BBFE-9EE0-4664-B51D-4FE6381AA114}" srcOrd="1" destOrd="0" parTransId="{FE312416-0B48-4F14-AC29-4ADFDE18C08B}" sibTransId="{53A4F584-766F-4599-855C-C03C79B04E9F}"/>
    <dgm:cxn modelId="{137F88C0-7A6B-4823-B14B-E69B38DAC441}" type="presOf" srcId="{E2A7BBFE-9EE0-4664-B51D-4FE6381AA114}" destId="{DA08C40F-8F87-48C0-8832-119885FDBACF}" srcOrd="0" destOrd="1" presId="urn:microsoft.com/office/officeart/2018/2/layout/IconVerticalSolidList"/>
    <dgm:cxn modelId="{E6F99EC7-6480-4B7F-A53A-F2B571ABF9C9}" type="presOf" srcId="{B9CDC17E-EB0A-45B8-ADD2-12164E51E79D}" destId="{DA08C40F-8F87-48C0-8832-119885FDBACF}" srcOrd="0" destOrd="0" presId="urn:microsoft.com/office/officeart/2018/2/layout/IconVerticalSolidList"/>
    <dgm:cxn modelId="{6B967ED3-06C7-4EA3-A240-E1BEA302E2A9}" type="presOf" srcId="{234F6841-32D5-4A00-864F-513289B63A8D}" destId="{A8AF254E-A782-453A-A2BC-98392F7069AE}" srcOrd="0" destOrd="0" presId="urn:microsoft.com/office/officeart/2018/2/layout/IconVerticalSolidList"/>
    <dgm:cxn modelId="{E51445F4-379A-47D6-B578-37E070C1D440}" type="presOf" srcId="{51AAFABC-CA44-4E99-B435-304480479A6C}" destId="{A6DB2F96-3414-46A8-8611-F411F4ED056D}" srcOrd="0" destOrd="1" presId="urn:microsoft.com/office/officeart/2018/2/layout/IconVerticalSolidList"/>
    <dgm:cxn modelId="{09BC9F37-A23F-48B9-8DE2-99AC81DBDD25}" type="presParOf" srcId="{9DDB5E6D-3E3E-408A-927F-8F3BA85BD1D1}" destId="{84F3350E-5C03-4035-B825-071B3252C167}" srcOrd="0" destOrd="0" presId="urn:microsoft.com/office/officeart/2018/2/layout/IconVerticalSolidList"/>
    <dgm:cxn modelId="{BC96038D-3E4A-4F9B-BCCF-9669739BFB78}" type="presParOf" srcId="{84F3350E-5C03-4035-B825-071B3252C167}" destId="{CB545BDC-A9C6-4D29-9BA2-A885C1051725}" srcOrd="0" destOrd="0" presId="urn:microsoft.com/office/officeart/2018/2/layout/IconVerticalSolidList"/>
    <dgm:cxn modelId="{1C48178E-CA48-49E7-A0DA-22F30719D105}" type="presParOf" srcId="{84F3350E-5C03-4035-B825-071B3252C167}" destId="{ED2CE4DA-0E6B-4581-8A5C-323DE4B3E147}" srcOrd="1" destOrd="0" presId="urn:microsoft.com/office/officeart/2018/2/layout/IconVerticalSolidList"/>
    <dgm:cxn modelId="{6B2A13DC-706F-4F21-9AE0-311A4668AE4D}" type="presParOf" srcId="{84F3350E-5C03-4035-B825-071B3252C167}" destId="{A9EA1A8E-0C9D-426C-B480-1FE395C558EC}" srcOrd="2" destOrd="0" presId="urn:microsoft.com/office/officeart/2018/2/layout/IconVerticalSolidList"/>
    <dgm:cxn modelId="{0F2A0760-30A1-4A23-BB6B-584EA8866D15}" type="presParOf" srcId="{84F3350E-5C03-4035-B825-071B3252C167}" destId="{87086231-1D7D-41D4-A3B6-49BB94965F08}" srcOrd="3" destOrd="0" presId="urn:microsoft.com/office/officeart/2018/2/layout/IconVerticalSolidList"/>
    <dgm:cxn modelId="{16581A46-C15E-4BFB-9D01-B4CA7469D24B}" type="presParOf" srcId="{9DDB5E6D-3E3E-408A-927F-8F3BA85BD1D1}" destId="{319A0225-20D6-4656-A8BC-40E2CAE2315D}" srcOrd="1" destOrd="0" presId="urn:microsoft.com/office/officeart/2018/2/layout/IconVerticalSolidList"/>
    <dgm:cxn modelId="{F74373B8-43AE-44D1-9188-7D04B7BB58DD}" type="presParOf" srcId="{9DDB5E6D-3E3E-408A-927F-8F3BA85BD1D1}" destId="{54797C07-E748-41E9-9863-66E8A327778D}" srcOrd="2" destOrd="0" presId="urn:microsoft.com/office/officeart/2018/2/layout/IconVerticalSolidList"/>
    <dgm:cxn modelId="{76F15CB6-5329-4EA6-A5A5-030128477CE5}" type="presParOf" srcId="{54797C07-E748-41E9-9863-66E8A327778D}" destId="{F26B9438-6CFA-43A4-8D34-3A72A73928C8}" srcOrd="0" destOrd="0" presId="urn:microsoft.com/office/officeart/2018/2/layout/IconVerticalSolidList"/>
    <dgm:cxn modelId="{E7CBC7B4-B475-456D-A8EA-E100F0042581}" type="presParOf" srcId="{54797C07-E748-41E9-9863-66E8A327778D}" destId="{5284CC1F-892B-4E86-873F-33D599A0BEB7}" srcOrd="1" destOrd="0" presId="urn:microsoft.com/office/officeart/2018/2/layout/IconVerticalSolidList"/>
    <dgm:cxn modelId="{41BB8B42-447F-421D-B827-95570E317091}" type="presParOf" srcId="{54797C07-E748-41E9-9863-66E8A327778D}" destId="{5FDC78B0-43D8-4D52-8350-7747A8E24B6D}" srcOrd="2" destOrd="0" presId="urn:microsoft.com/office/officeart/2018/2/layout/IconVerticalSolidList"/>
    <dgm:cxn modelId="{6F966CDD-AE1A-4097-B9C2-8B1D84013286}" type="presParOf" srcId="{54797C07-E748-41E9-9863-66E8A327778D}" destId="{62CA6EAB-54DF-45ED-93E7-99FFA7B2AF68}" srcOrd="3" destOrd="0" presId="urn:microsoft.com/office/officeart/2018/2/layout/IconVerticalSolidList"/>
    <dgm:cxn modelId="{740A2497-1E3B-43AE-8CE5-FF7FF2D94898}" type="presParOf" srcId="{54797C07-E748-41E9-9863-66E8A327778D}" destId="{A8AF254E-A782-453A-A2BC-98392F7069AE}" srcOrd="4" destOrd="0" presId="urn:microsoft.com/office/officeart/2018/2/layout/IconVerticalSolidList"/>
    <dgm:cxn modelId="{AFD2AD39-ED58-4725-8119-60BEED36EFC4}" type="presParOf" srcId="{9DDB5E6D-3E3E-408A-927F-8F3BA85BD1D1}" destId="{9FC86830-25B5-4885-8550-1326A0A1AE5E}" srcOrd="3" destOrd="0" presId="urn:microsoft.com/office/officeart/2018/2/layout/IconVerticalSolidList"/>
    <dgm:cxn modelId="{89E88644-19F9-4A79-9249-861C50326FEB}" type="presParOf" srcId="{9DDB5E6D-3E3E-408A-927F-8F3BA85BD1D1}" destId="{979A256B-FBEE-46F4-91BE-164C5ACEC865}" srcOrd="4" destOrd="0" presId="urn:microsoft.com/office/officeart/2018/2/layout/IconVerticalSolidList"/>
    <dgm:cxn modelId="{B4169406-6B15-4060-ACA3-A13A4F820B14}" type="presParOf" srcId="{979A256B-FBEE-46F4-91BE-164C5ACEC865}" destId="{BF475505-E3C4-4EAD-8432-24AE9656B571}" srcOrd="0" destOrd="0" presId="urn:microsoft.com/office/officeart/2018/2/layout/IconVerticalSolidList"/>
    <dgm:cxn modelId="{64C8CDBC-1501-41E2-999D-8F895123DC44}" type="presParOf" srcId="{979A256B-FBEE-46F4-91BE-164C5ACEC865}" destId="{C766F6B8-D769-43C1-9CA0-EBF6E303B87C}" srcOrd="1" destOrd="0" presId="urn:microsoft.com/office/officeart/2018/2/layout/IconVerticalSolidList"/>
    <dgm:cxn modelId="{81E1B919-E73A-430D-B718-3487A1235EF1}" type="presParOf" srcId="{979A256B-FBEE-46F4-91BE-164C5ACEC865}" destId="{6D005040-F7AF-419D-8346-0683C6556EE7}" srcOrd="2" destOrd="0" presId="urn:microsoft.com/office/officeart/2018/2/layout/IconVerticalSolidList"/>
    <dgm:cxn modelId="{7E4DD392-53DB-41AC-986A-F603A1D7B482}" type="presParOf" srcId="{979A256B-FBEE-46F4-91BE-164C5ACEC865}" destId="{2B9A2D64-EF05-4171-8CB1-7F6F4CDCF7C4}" srcOrd="3" destOrd="0" presId="urn:microsoft.com/office/officeart/2018/2/layout/IconVerticalSolidList"/>
    <dgm:cxn modelId="{106706AC-F0D8-4248-B26D-09145973E971}" type="presParOf" srcId="{979A256B-FBEE-46F4-91BE-164C5ACEC865}" destId="{A6DB2F96-3414-46A8-8611-F411F4ED056D}" srcOrd="4" destOrd="0" presId="urn:microsoft.com/office/officeart/2018/2/layout/IconVerticalSolidList"/>
    <dgm:cxn modelId="{3E5F77AC-2BF1-4C25-9399-7AED8FB332CB}" type="presParOf" srcId="{9DDB5E6D-3E3E-408A-927F-8F3BA85BD1D1}" destId="{B12BD7C7-912A-49C0-8268-15C1D0229BF5}" srcOrd="5" destOrd="0" presId="urn:microsoft.com/office/officeart/2018/2/layout/IconVerticalSolidList"/>
    <dgm:cxn modelId="{CEF838DC-5072-49FC-9D1E-DC4DC6FFDB19}" type="presParOf" srcId="{9DDB5E6D-3E3E-408A-927F-8F3BA85BD1D1}" destId="{E5AA9099-64C0-4F10-A209-8043748F5A7D}" srcOrd="6" destOrd="0" presId="urn:microsoft.com/office/officeart/2018/2/layout/IconVerticalSolidList"/>
    <dgm:cxn modelId="{24214D94-140D-42BC-87D0-4532FB1B64AD}" type="presParOf" srcId="{E5AA9099-64C0-4F10-A209-8043748F5A7D}" destId="{085A6440-DE27-4104-A21E-27BB68F98199}" srcOrd="0" destOrd="0" presId="urn:microsoft.com/office/officeart/2018/2/layout/IconVerticalSolidList"/>
    <dgm:cxn modelId="{A9BC20A1-4EFE-4990-93FC-94F242AC1B3C}" type="presParOf" srcId="{E5AA9099-64C0-4F10-A209-8043748F5A7D}" destId="{19E4EDF0-89B6-467E-B546-7FB533AF229E}" srcOrd="1" destOrd="0" presId="urn:microsoft.com/office/officeart/2018/2/layout/IconVerticalSolidList"/>
    <dgm:cxn modelId="{AE2F8642-7177-408F-B27E-BEEE207F7370}" type="presParOf" srcId="{E5AA9099-64C0-4F10-A209-8043748F5A7D}" destId="{CC49266F-6A36-46AD-82F2-9A8A27A19CF4}" srcOrd="2" destOrd="0" presId="urn:microsoft.com/office/officeart/2018/2/layout/IconVerticalSolidList"/>
    <dgm:cxn modelId="{8359E2D1-8594-43FB-8D0E-0321E693B08C}" type="presParOf" srcId="{E5AA9099-64C0-4F10-A209-8043748F5A7D}" destId="{77DC0444-2120-493A-83A3-531BB0E26A0C}" srcOrd="3" destOrd="0" presId="urn:microsoft.com/office/officeart/2018/2/layout/IconVerticalSolidList"/>
    <dgm:cxn modelId="{5C217069-221E-442B-BBCD-B9992D4C81F8}" type="presParOf" srcId="{E5AA9099-64C0-4F10-A209-8043748F5A7D}" destId="{DA08C40F-8F87-48C0-8832-119885FDBAC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545BDC-A9C6-4D29-9BA2-A885C1051725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CE4DA-0E6B-4581-8A5C-323DE4B3E147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86231-1D7D-41D4-A3B6-49BB94965F08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Architecture Full-Stack</a:t>
          </a:r>
          <a:endParaRPr lang="en-US" sz="2200" kern="1200"/>
        </a:p>
      </dsp:txBody>
      <dsp:txXfrm>
        <a:off x="1057183" y="1805"/>
        <a:ext cx="9458416" cy="915310"/>
      </dsp:txXfrm>
    </dsp:sp>
    <dsp:sp modelId="{F26B9438-6CFA-43A4-8D34-3A72A73928C8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84CC1F-892B-4E86-873F-33D599A0BEB7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CA6EAB-54DF-45ED-93E7-99FFA7B2AF68}">
      <dsp:nvSpPr>
        <dsp:cNvPr id="0" name=""/>
        <dsp:cNvSpPr/>
      </dsp:nvSpPr>
      <dsp:spPr>
        <a:xfrm>
          <a:off x="1057183" y="1145944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Frontend</a:t>
          </a:r>
          <a:endParaRPr lang="en-US" sz="2200" kern="1200"/>
        </a:p>
      </dsp:txBody>
      <dsp:txXfrm>
        <a:off x="1057183" y="1145944"/>
        <a:ext cx="4732020" cy="915310"/>
      </dsp:txXfrm>
    </dsp:sp>
    <dsp:sp modelId="{A8AF254E-A782-453A-A2BC-98392F7069AE}">
      <dsp:nvSpPr>
        <dsp:cNvPr id="0" name=""/>
        <dsp:cNvSpPr/>
      </dsp:nvSpPr>
      <dsp:spPr>
        <a:xfrm>
          <a:off x="5789203" y="1145944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Interface utilisateur</a:t>
          </a:r>
          <a:endParaRPr lang="en-US" sz="1200" kern="1200" dirty="0"/>
        </a:p>
      </dsp:txBody>
      <dsp:txXfrm>
        <a:off x="5789203" y="1145944"/>
        <a:ext cx="4726396" cy="915310"/>
      </dsp:txXfrm>
    </dsp:sp>
    <dsp:sp modelId="{BF475505-E3C4-4EAD-8432-24AE9656B571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6F6B8-D769-43C1-9CA0-EBF6E303B87C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A2D64-EF05-4171-8CB1-7F6F4CDCF7C4}">
      <dsp:nvSpPr>
        <dsp:cNvPr id="0" name=""/>
        <dsp:cNvSpPr/>
      </dsp:nvSpPr>
      <dsp:spPr>
        <a:xfrm>
          <a:off x="1057183" y="2290082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Backend</a:t>
          </a:r>
          <a:endParaRPr lang="en-US" sz="2200" kern="1200"/>
        </a:p>
      </dsp:txBody>
      <dsp:txXfrm>
        <a:off x="1057183" y="2290082"/>
        <a:ext cx="4732020" cy="915310"/>
      </dsp:txXfrm>
    </dsp:sp>
    <dsp:sp modelId="{A6DB2F96-3414-46A8-8611-F411F4ED056D}">
      <dsp:nvSpPr>
        <dsp:cNvPr id="0" name=""/>
        <dsp:cNvSpPr/>
      </dsp:nvSpPr>
      <dsp:spPr>
        <a:xfrm>
          <a:off x="5789203" y="2290082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Validation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Génération du code court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Redirection HTTP</a:t>
          </a:r>
          <a:endParaRPr lang="en-US" sz="1200" kern="1200"/>
        </a:p>
      </dsp:txBody>
      <dsp:txXfrm>
        <a:off x="5789203" y="2290082"/>
        <a:ext cx="4726396" cy="915310"/>
      </dsp:txXfrm>
    </dsp:sp>
    <dsp:sp modelId="{085A6440-DE27-4104-A21E-27BB68F98199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E4EDF0-89B6-467E-B546-7FB533AF229E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DC0444-2120-493A-83A3-531BB0E26A0C}">
      <dsp:nvSpPr>
        <dsp:cNvPr id="0" name=""/>
        <dsp:cNvSpPr/>
      </dsp:nvSpPr>
      <dsp:spPr>
        <a:xfrm>
          <a:off x="1057183" y="3434221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Base de données</a:t>
          </a:r>
          <a:endParaRPr lang="en-US" sz="2200" kern="1200"/>
        </a:p>
      </dsp:txBody>
      <dsp:txXfrm>
        <a:off x="1057183" y="3434221"/>
        <a:ext cx="4732020" cy="915310"/>
      </dsp:txXfrm>
    </dsp:sp>
    <dsp:sp modelId="{DA08C40F-8F87-48C0-8832-119885FDBACF}">
      <dsp:nvSpPr>
        <dsp:cNvPr id="0" name=""/>
        <dsp:cNvSpPr/>
      </dsp:nvSpPr>
      <dsp:spPr>
        <a:xfrm>
          <a:off x="5789203" y="3434221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Stockage des liens</a:t>
          </a:r>
          <a:endParaRPr lang="en-US" sz="1200" kern="120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/>
            <a:t>Statistiques</a:t>
          </a:r>
          <a:endParaRPr lang="en-US" sz="1200" kern="1200"/>
        </a:p>
      </dsp:txBody>
      <dsp:txXfrm>
        <a:off x="5789203" y="3434221"/>
        <a:ext cx="472639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C054E-E2E0-40DB-A16B-F4CD6CD3DB16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DA1CCF-88C9-4477-A35A-2E2932329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16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A1CCF-88C9-4477-A35A-2E29323292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63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A1CCF-88C9-4477-A35A-2E29323292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18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A1CCF-88C9-4477-A35A-2E29323292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71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C71372-75A6-A9D5-A342-DED00288D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11246A0-077A-44CC-D1B4-93E7E7A98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759CC2-D837-8791-35B8-24E9261C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A9D5-3433-4E3C-8AFF-87C666BF3990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FCE4BB-1844-B0D4-67E9-77CAB2139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EC4D91-84BA-A132-1373-7C1E5D71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A7CC-B567-434E-8FE4-46897B7CFC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36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7152F7-1B05-D342-88AD-C1E9AF98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CF8748-2FED-7143-A1EC-3BF1DA4E9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F3E10B-E2F4-6924-19D2-25BA1A751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A9D5-3433-4E3C-8AFF-87C666BF3990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688D2D-D614-8C4B-0978-3A7C022AF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014794-D1FC-8FD5-086C-948EDB63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A7CC-B567-434E-8FE4-46897B7CFC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070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E82654-19BA-108B-3F75-A5103321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0A04DEA-D95E-C807-5CB3-C8ECF3342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A75DF0-5946-D099-2259-2A6EE78D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A9D5-3433-4E3C-8AFF-87C666BF3990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71B6E8-43B4-45D0-5BC4-582772E06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CE66FC-C746-C60D-A4F2-EEFF6068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A7CC-B567-434E-8FE4-46897B7CFC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3773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5D5243-9A5B-00A7-131F-9572F6E4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D62B3B-6C2F-722E-E145-24340DA51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D7A7E47-C2BC-1EA9-5457-460A184C4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8F14F47-A81C-9713-0F83-CED8CC67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A9D5-3433-4E3C-8AFF-87C666BF3990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36F95A-38CB-E8B1-3BC7-FC3722A6F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4CC417-B555-BB97-6191-1015BFA0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A7CC-B567-434E-8FE4-46897B7CFC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5587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50990F-B9ED-062E-D0EA-57B7AFF67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320B1C-3335-6E08-1473-8494752BC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CC97FA4-A48E-713F-D981-DA3DC738F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2BE0426-E001-6F43-C61B-B2877532C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BDA82DA-2194-7236-5686-F92005830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6404E90-CBC8-4661-9362-043E6B4FB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A9D5-3433-4E3C-8AFF-87C666BF3990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263DF2F-7760-0CD5-6AD2-75E404A38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D100B24-7A9C-C9DE-A09B-5277EDD2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A7CC-B567-434E-8FE4-46897B7CFC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541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3594E3-C442-85B9-D161-AD99C84CC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2523F34-3167-CF1A-7900-C6D023649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A9D5-3433-4E3C-8AFF-87C666BF3990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795217D-AB97-3D29-DCD1-A374A9AFF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131B07-9B0E-E31A-7652-9C90991C9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A7CC-B567-434E-8FE4-46897B7CFC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396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FC158AB-92FA-A874-448F-E6CD8FB9C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A9D5-3433-4E3C-8AFF-87C666BF3990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F8B852-637B-FB03-5743-6D4A71473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56F6D0-6600-4031-6BC4-BAFB2401B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A7CC-B567-434E-8FE4-46897B7CFC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889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1958E9-EF2F-ECCB-4C26-98975CA30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9FBB0C-749C-6740-D276-B0490E85C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A1D2F95-24CD-2AA1-0BC6-6BCA95265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66FC09-42B8-2165-F497-9F7FDC428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A9D5-3433-4E3C-8AFF-87C666BF3990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761638-4992-F217-F8AB-2650933A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590694-9131-8EF0-8451-D3B1E4E3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A7CC-B567-434E-8FE4-46897B7CFC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330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1F5592-B3AA-AF40-94D7-EE1592D61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75D003A-E87E-83A4-8CD6-F0F048E787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AE23F2-F6ED-C382-41C2-072338049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242F45-3E19-D0DC-E49B-436A22D4B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A9D5-3433-4E3C-8AFF-87C666BF3990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F723034-0C7B-104D-77CF-44BBE1C60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040349-5D60-E1B5-1ED8-EDF68A99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A7CC-B567-434E-8FE4-46897B7CFC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78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9D87E5-174F-A847-40F5-B8EFA987A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DA23E7F-7638-7AF9-E67A-FBD2DBBD4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9FD842-FBD7-B3FC-0C6A-F4C7F5FF6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A9D5-3433-4E3C-8AFF-87C666BF3990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43FC74-D212-C6C0-581D-5EC8BF53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B1D628-CF9B-DB4D-0942-515DA473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A7CC-B567-434E-8FE4-46897B7CFC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7156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4CEAF9E-B2F8-7118-ADFC-AC5FE9D21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320C24F-FA5C-882E-520E-43EC2356A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FA56F0-DF30-EFC4-E96F-9CB35422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A9D5-3433-4E3C-8AFF-87C666BF3990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B137FC-0623-6731-323B-4491BE62F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1ACD3D-F9DC-7F28-1F66-167C51BEF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A7CC-B567-434E-8FE4-46897B7CFC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1833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238C633-18BF-8B61-0A67-A35B25C1E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920A96-D862-AA69-CD60-36C870B85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78E8D8-8D4D-04D2-30F5-09F863E8F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8A9D5-3433-4E3C-8AFF-87C666BF3990}" type="datetimeFigureOut">
              <a:rPr lang="fr-FR" smtClean="0"/>
              <a:t>14/02/2026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CA9BCA-59A8-1828-D25D-3BEC817ED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46FAB4-CDAD-6B6C-4E59-788E9CB03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5A7CC-B567-434E-8FE4-46897B7CFC1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881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hand holding scissors and cutting a website&#10;&#10;AI-generated content may be incorrect.">
            <a:extLst>
              <a:ext uri="{FF2B5EF4-FFF2-40B4-BE49-F238E27FC236}">
                <a16:creationId xmlns:a16="http://schemas.microsoft.com/office/drawing/2014/main" id="{84DCFCC1-E675-179D-8926-25AEB4EBF1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87" r="-1" b="5521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978FBC-066E-3534-855D-9664DDE56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fr-FR" sz="6600" dirty="0">
                <a:solidFill>
                  <a:schemeClr val="bg1"/>
                </a:solidFill>
              </a:rPr>
              <a:t>Raccourcisseur d’URL Minimaliste (Full-Stack)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18F4B-D8D2-B8B7-4C35-0DF38B7D3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Adem KRIOUANE</a:t>
            </a:r>
          </a:p>
          <a:p>
            <a:r>
              <a:rPr lang="en-US" sz="1900" dirty="0">
                <a:solidFill>
                  <a:schemeClr val="bg1"/>
                </a:solidFill>
              </a:rPr>
              <a:t>Eya LABIDI</a:t>
            </a:r>
          </a:p>
          <a:p>
            <a:r>
              <a:rPr lang="en-US" sz="1900" dirty="0">
                <a:solidFill>
                  <a:schemeClr val="bg1"/>
                </a:solidFill>
              </a:rPr>
              <a:t>Oumayma BOUSLEMA</a:t>
            </a:r>
          </a:p>
          <a:p>
            <a:r>
              <a:rPr lang="en-US" sz="1900" dirty="0">
                <a:solidFill>
                  <a:schemeClr val="bg1"/>
                </a:solidFill>
              </a:rPr>
              <a:t>Ines Bel Hadj YAHYA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359AC2-243E-E596-7D30-689AF04B166B}"/>
              </a:ext>
            </a:extLst>
          </p:cNvPr>
          <p:cNvSpPr txBox="1"/>
          <p:nvPr/>
        </p:nvSpPr>
        <p:spPr>
          <a:xfrm>
            <a:off x="8828315" y="6026180"/>
            <a:ext cx="33707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Bierstadt" panose="020B0004020202020204" pitchFamily="34" charset="0"/>
              </a:rPr>
              <a:t>Encadrant : Achraf Salmi</a:t>
            </a:r>
            <a:br>
              <a:rPr lang="fr-FR" dirty="0">
                <a:solidFill>
                  <a:schemeClr val="bg1"/>
                </a:solidFill>
                <a:latin typeface="Bierstadt" panose="020B0004020202020204" pitchFamily="34" charset="0"/>
              </a:rPr>
            </a:br>
            <a:r>
              <a:rPr lang="fr-FR" dirty="0">
                <a:solidFill>
                  <a:schemeClr val="bg1"/>
                </a:solidFill>
                <a:latin typeface="Bierstadt" panose="020B0004020202020204" pitchFamily="34" charset="0"/>
              </a:rPr>
              <a:t>Année universitaire : 2025–2026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D5BF1-10CC-BB65-16AD-F1B2EB31EFD1}"/>
              </a:ext>
            </a:extLst>
          </p:cNvPr>
          <p:cNvSpPr txBox="1"/>
          <p:nvPr/>
        </p:nvSpPr>
        <p:spPr>
          <a:xfrm>
            <a:off x="533400" y="6388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6111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magnifying glass on papers&#10;&#10;AI-generated content may be incorrect.">
            <a:extLst>
              <a:ext uri="{FF2B5EF4-FFF2-40B4-BE49-F238E27FC236}">
                <a16:creationId xmlns:a16="http://schemas.microsoft.com/office/drawing/2014/main" id="{8EF899C9-A58B-8430-CA30-67B068EA1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4" r="-1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8E0248F-7BAA-5002-F992-58F6FDE86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fr-FR" sz="4000" b="1" dirty="0">
                <a:latin typeface="Bierstadt" panose="020B0004020202020204" pitchFamily="34" charset="0"/>
              </a:rPr>
              <a:t>Sommaire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A8D981-A370-F237-97F7-5399DE53F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>
                <a:latin typeface="Bierstadt" panose="020B0004020202020204" pitchFamily="34" charset="0"/>
              </a:rPr>
              <a:t>Introduction</a:t>
            </a:r>
            <a:endParaRPr lang="fr-FR" sz="3200" dirty="0">
              <a:latin typeface="Bierstadt" panose="020B00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fr-FR" sz="2600" dirty="0">
                <a:latin typeface="Bierstadt" panose="020B0004020202020204" pitchFamily="34" charset="0"/>
              </a:rPr>
              <a:t>Problématique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600" dirty="0">
                <a:latin typeface="Bierstadt" panose="020B0004020202020204" pitchFamily="34" charset="0"/>
              </a:rPr>
              <a:t>Objectifs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600" dirty="0">
                <a:latin typeface="Bierstadt" panose="020B0004020202020204" pitchFamily="34" charset="0"/>
              </a:rPr>
              <a:t>Architecture générale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600" dirty="0">
                <a:latin typeface="Bierstadt" panose="020B0004020202020204" pitchFamily="34" charset="0"/>
              </a:rPr>
              <a:t>Technologies utilisées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600" dirty="0">
                <a:latin typeface="Bierstadt" panose="020B0004020202020204" pitchFamily="34" charset="0"/>
              </a:rPr>
              <a:t>Méthodologie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600" dirty="0">
                <a:latin typeface="Bierstadt" panose="020B0004020202020204" pitchFamily="34" charset="0"/>
              </a:rPr>
              <a:t>Spécification des besoins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600" dirty="0">
                <a:latin typeface="Bierstadt" panose="020B0004020202020204" pitchFamily="34" charset="0"/>
              </a:rPr>
              <a:t>Diagrammes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600" dirty="0" err="1">
                <a:latin typeface="Bierstadt" panose="020B0004020202020204" pitchFamily="34" charset="0"/>
              </a:rPr>
              <a:t>Demo</a:t>
            </a:r>
            <a:endParaRPr lang="fr-FR" sz="1500" dirty="0">
              <a:latin typeface="Bierstadt" panose="020B0004020202020204" pitchFamily="34" charset="0"/>
            </a:endParaRPr>
          </a:p>
          <a:p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4C5DE-0133-5F8E-F6F0-467DBF73F10E}"/>
              </a:ext>
            </a:extLst>
          </p:cNvPr>
          <p:cNvSpPr txBox="1"/>
          <p:nvPr/>
        </p:nvSpPr>
        <p:spPr>
          <a:xfrm>
            <a:off x="533400" y="6388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2214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hild writing on a book&#10;&#10;AI-generated content may be incorrect.">
            <a:extLst>
              <a:ext uri="{FF2B5EF4-FFF2-40B4-BE49-F238E27FC236}">
                <a16:creationId xmlns:a16="http://schemas.microsoft.com/office/drawing/2014/main" id="{C198AD9B-1484-CFE6-7F46-6419673CC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" r="-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F723BA-2D6C-D6BE-DB3D-C3460A2AA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0839" y="2260028"/>
            <a:ext cx="4301161" cy="42060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>
                <a:latin typeface="Bierstadt" panose="020B0004020202020204" pitchFamily="34" charset="0"/>
              </a:rPr>
              <a:t>Contexte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Explosion du partage de liens sur internet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URLs longues et complexes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Besoin de simplification</a:t>
            </a:r>
          </a:p>
          <a:p>
            <a:pPr marL="0" indent="0">
              <a:buNone/>
            </a:pPr>
            <a:r>
              <a:rPr lang="fr-FR" sz="2000" b="1" dirty="0">
                <a:latin typeface="Bierstadt" panose="020B0004020202020204" pitchFamily="34" charset="0"/>
              </a:rPr>
              <a:t>Travail demandé</a:t>
            </a:r>
          </a:p>
          <a:p>
            <a:pPr marL="0" indent="0">
              <a:buNone/>
            </a:pPr>
            <a:r>
              <a:rPr lang="fr-FR" sz="2000" dirty="0">
                <a:latin typeface="Bierstadt" panose="020B0004020202020204" pitchFamily="34" charset="0"/>
              </a:rPr>
              <a:t>Développement d’une application web Full-Stack permettant :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La génération de liens courts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La redirection automatique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La gestion et le suivi des liens</a:t>
            </a:r>
          </a:p>
          <a:p>
            <a:endParaRPr lang="fr-FR" sz="17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0099E8-E1D6-019E-9953-FFF2D43102AD}"/>
              </a:ext>
            </a:extLst>
          </p:cNvPr>
          <p:cNvSpPr txBox="1"/>
          <p:nvPr/>
        </p:nvSpPr>
        <p:spPr>
          <a:xfrm>
            <a:off x="533400" y="6388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5286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EEC368-2309-210C-3364-AD0DC9C5A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25369"/>
            <a:ext cx="4670097" cy="1956841"/>
          </a:xfrm>
        </p:spPr>
        <p:txBody>
          <a:bodyPr anchor="b">
            <a:normAutofit/>
          </a:bodyPr>
          <a:lstStyle/>
          <a:p>
            <a:r>
              <a:rPr lang="fr-FR" sz="5400" dirty="0">
                <a:latin typeface="Bierstadt" panose="020B0004020202020204" pitchFamily="34" charset="0"/>
              </a:rPr>
              <a:t>Problématique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40703C-6E2D-D5F2-4F9A-7BE44A522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395" y="2910066"/>
            <a:ext cx="5151120" cy="3118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200" dirty="0">
                <a:latin typeface="Bierstadt" panose="020B0004020202020204" pitchFamily="34" charset="0"/>
              </a:rPr>
              <a:t>Existence de services de raccourcissement URL: Bitly, TinyURL…</a:t>
            </a:r>
          </a:p>
          <a:p>
            <a:pPr marL="0" indent="0">
              <a:buNone/>
            </a:pPr>
            <a:r>
              <a:rPr lang="fr-FR" sz="2200" dirty="0">
                <a:latin typeface="Bierstadt" panose="020B0004020202020204" pitchFamily="34" charset="0"/>
              </a:rPr>
              <a:t>Leur fonctionnement interne:</a:t>
            </a:r>
          </a:p>
          <a:p>
            <a:r>
              <a:rPr lang="fr-FR" sz="2200" dirty="0">
                <a:latin typeface="Bierstadt" panose="020B0004020202020204" pitchFamily="34" charset="0"/>
              </a:rPr>
              <a:t>Peu accessible aux étudiants</a:t>
            </a:r>
          </a:p>
          <a:p>
            <a:r>
              <a:rPr lang="fr-FR" sz="2200" dirty="0">
                <a:latin typeface="Bierstadt" panose="020B0004020202020204" pitchFamily="34" charset="0"/>
              </a:rPr>
              <a:t>Complexe à comprendre sur le plan Full-Stack</a:t>
            </a:r>
          </a:p>
          <a:p>
            <a:r>
              <a:rPr lang="fr-FR" sz="2200" dirty="0">
                <a:latin typeface="Bierstadt" panose="020B0004020202020204" pitchFamily="34" charset="0"/>
              </a:rPr>
              <a:t>Difficile à implémenter de manière complète</a:t>
            </a:r>
          </a:p>
          <a:p>
            <a:endParaRPr lang="fr-FR" sz="2200" dirty="0"/>
          </a:p>
          <a:p>
            <a:endParaRPr lang="fr-FR" sz="2200" dirty="0"/>
          </a:p>
        </p:txBody>
      </p:sp>
      <p:pic>
        <p:nvPicPr>
          <p:cNvPr id="5" name="Picture 4" descr="A person and person standing next to a large question mark&#10;&#10;AI-generated content may be incorrect.">
            <a:extLst>
              <a:ext uri="{FF2B5EF4-FFF2-40B4-BE49-F238E27FC236}">
                <a16:creationId xmlns:a16="http://schemas.microsoft.com/office/drawing/2014/main" id="{C17CED9E-2E0E-9634-5BCB-469AA211E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7" r="19490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A22D9D-BE97-B518-B5C7-236C64B8AE88}"/>
              </a:ext>
            </a:extLst>
          </p:cNvPr>
          <p:cNvSpPr txBox="1"/>
          <p:nvPr/>
        </p:nvSpPr>
        <p:spPr>
          <a:xfrm>
            <a:off x="533400" y="6388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0758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C1EAFC7-25CC-C4F6-D865-FAA0859DF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fr-FR" sz="5400" dirty="0">
                <a:latin typeface="Bierstadt" panose="020B0004020202020204" pitchFamily="34" charset="0"/>
              </a:rPr>
              <a:t>Objectifs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D11D87-2B98-3115-FA77-4F4905C8D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fr-FR" sz="1500" b="1" dirty="0">
              <a:latin typeface="Bierstadt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1500" dirty="0">
                <a:latin typeface="Bierstadt" panose="020B0004020202020204" pitchFamily="34" charset="0"/>
              </a:rPr>
              <a:t>Générer un lien court à partir d’une URL longue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500" dirty="0">
                <a:latin typeface="Bierstadt" panose="020B0004020202020204" pitchFamily="34" charset="0"/>
              </a:rPr>
              <a:t>Assurer une redirection fiable et rapide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500" dirty="0">
                <a:latin typeface="Bierstadt" panose="020B0004020202020204" pitchFamily="34" charset="0"/>
              </a:rPr>
              <a:t>Stocker les données dans une base de données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500" dirty="0">
                <a:latin typeface="Bierstadt" panose="020B0004020202020204" pitchFamily="34" charset="0"/>
              </a:rPr>
              <a:t>Implémenter des fonctionnalités avancées :</a:t>
            </a:r>
          </a:p>
          <a:p>
            <a:pPr lvl="1"/>
            <a:r>
              <a:rPr lang="fr-FR" sz="1500" dirty="0">
                <a:latin typeface="Bierstadt" panose="020B0004020202020204" pitchFamily="34" charset="0"/>
              </a:rPr>
              <a:t>Alias personnalisé</a:t>
            </a:r>
          </a:p>
          <a:p>
            <a:pPr lvl="1"/>
            <a:r>
              <a:rPr lang="fr-FR" sz="1500" dirty="0">
                <a:latin typeface="Bierstadt" panose="020B0004020202020204" pitchFamily="34" charset="0"/>
              </a:rPr>
              <a:t>Expiration des liens</a:t>
            </a:r>
          </a:p>
          <a:p>
            <a:pPr lvl="1"/>
            <a:r>
              <a:rPr lang="fr-FR" sz="1500" dirty="0">
                <a:latin typeface="Bierstadt" panose="020B0004020202020204" pitchFamily="34" charset="0"/>
              </a:rPr>
              <a:t>Usage unique</a:t>
            </a:r>
          </a:p>
          <a:p>
            <a:pPr lvl="1"/>
            <a:r>
              <a:rPr lang="fr-FR" sz="1500" dirty="0">
                <a:latin typeface="Bierstadt" panose="020B0004020202020204" pitchFamily="34" charset="0"/>
              </a:rPr>
              <a:t>Suivi des clics</a:t>
            </a:r>
          </a:p>
          <a:p>
            <a:pPr lvl="1"/>
            <a:r>
              <a:rPr lang="fr-FR" sz="1500" dirty="0">
                <a:latin typeface="Bierstadt" panose="020B0004020202020204" pitchFamily="34" charset="0"/>
              </a:rPr>
              <a:t>QR Code</a:t>
            </a:r>
          </a:p>
          <a:p>
            <a:endParaRPr lang="fr-FR" sz="1500" dirty="0"/>
          </a:p>
        </p:txBody>
      </p:sp>
      <p:pic>
        <p:nvPicPr>
          <p:cNvPr id="5" name="Picture 4" descr="A person pushing a large bar&#10;&#10;AI-generated content may be incorrect.">
            <a:extLst>
              <a:ext uri="{FF2B5EF4-FFF2-40B4-BE49-F238E27FC236}">
                <a16:creationId xmlns:a16="http://schemas.microsoft.com/office/drawing/2014/main" id="{368E6E55-26D9-463A-3257-50085E30B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58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6B2965-2AB5-0B51-322C-DAA20E60FB49}"/>
              </a:ext>
            </a:extLst>
          </p:cNvPr>
          <p:cNvSpPr txBox="1"/>
          <p:nvPr/>
        </p:nvSpPr>
        <p:spPr>
          <a:xfrm>
            <a:off x="533400" y="6388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5782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8F8AB3-A5E5-EB8A-5D6A-985BC1E59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Bierstadt" panose="020B0004020202020204" pitchFamily="34" charset="0"/>
              </a:rPr>
              <a:t>Architecture générale</a:t>
            </a:r>
          </a:p>
        </p:txBody>
      </p:sp>
      <p:graphicFrame>
        <p:nvGraphicFramePr>
          <p:cNvPr id="12" name="Espace réservé du contenu 2">
            <a:extLst>
              <a:ext uri="{FF2B5EF4-FFF2-40B4-BE49-F238E27FC236}">
                <a16:creationId xmlns:a16="http://schemas.microsoft.com/office/drawing/2014/main" id="{3E77A59E-832D-F56D-2E62-0EDE983855C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BF73DC6-A615-ABBB-1067-78F461B25644}"/>
              </a:ext>
            </a:extLst>
          </p:cNvPr>
          <p:cNvSpPr txBox="1"/>
          <p:nvPr/>
        </p:nvSpPr>
        <p:spPr>
          <a:xfrm>
            <a:off x="533400" y="6388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7446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0A8371-0651-9E7A-BC92-78872C0B3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47" y="2602165"/>
            <a:ext cx="4002361" cy="16536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kern="1200" dirty="0">
                <a:solidFill>
                  <a:schemeClr val="tx1"/>
                </a:solidFill>
                <a:latin typeface="Bierstadt" panose="020B0004020202020204" pitchFamily="34" charset="0"/>
              </a:rPr>
              <a:t>Technologies utilisées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E969788-8CD3-760D-6CFC-21078A84F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2376" y="812478"/>
            <a:ext cx="5479635" cy="50612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3495B4-D4AB-F230-6B8B-690CEAD6A0B2}"/>
              </a:ext>
            </a:extLst>
          </p:cNvPr>
          <p:cNvSpPr txBox="1"/>
          <p:nvPr/>
        </p:nvSpPr>
        <p:spPr>
          <a:xfrm>
            <a:off x="533400" y="6388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7667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D2C8B47B-1286-83D6-B86D-5E3508F0F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1651000" y="929151"/>
            <a:ext cx="8890000" cy="49996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70B4AD-6439-4741-7F38-62462DB426CE}"/>
              </a:ext>
            </a:extLst>
          </p:cNvPr>
          <p:cNvSpPr txBox="1"/>
          <p:nvPr/>
        </p:nvSpPr>
        <p:spPr>
          <a:xfrm>
            <a:off x="533400" y="6388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7446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standing next to a computer&#10;&#10;AI-generated content may be incorrect.">
            <a:extLst>
              <a:ext uri="{FF2B5EF4-FFF2-40B4-BE49-F238E27FC236}">
                <a16:creationId xmlns:a16="http://schemas.microsoft.com/office/drawing/2014/main" id="{63111E52-D1B7-CB34-EA2C-91D44E592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45" r="24060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986D95-C4E6-92FD-5A47-12FC24A7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5" y="398578"/>
            <a:ext cx="6094476" cy="1899912"/>
          </a:xfrm>
        </p:spPr>
        <p:txBody>
          <a:bodyPr>
            <a:normAutofit/>
          </a:bodyPr>
          <a:lstStyle/>
          <a:p>
            <a:r>
              <a:rPr lang="fr-FR" sz="4000" dirty="0">
                <a:latin typeface="Bierstadt" panose="020B0004020202020204" pitchFamily="34" charset="0"/>
              </a:rPr>
              <a:t>Spécification des besoins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F278BA-FFBF-1783-A1C7-EE63DA521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4224961" cy="39339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000" b="1" dirty="0">
                <a:latin typeface="Bierstadt" panose="020B0004020202020204" pitchFamily="34" charset="0"/>
              </a:rPr>
              <a:t>Besoins fonctionnels :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Créer lien court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Modifier / supprimer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Consulter statistiques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Redirection</a:t>
            </a:r>
          </a:p>
          <a:p>
            <a:pPr marL="0" indent="0">
              <a:buNone/>
            </a:pPr>
            <a:r>
              <a:rPr lang="fr-FR" sz="2000" b="1" dirty="0">
                <a:latin typeface="Bierstadt" panose="020B0004020202020204" pitchFamily="34" charset="0"/>
              </a:rPr>
              <a:t>Besoins non fonctionnels :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Performance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Sécurité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Fiabilité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Ergonomie</a:t>
            </a:r>
          </a:p>
          <a:p>
            <a:r>
              <a:rPr lang="fr-FR" sz="2000" dirty="0">
                <a:latin typeface="Bierstadt" panose="020B0004020202020204" pitchFamily="34" charset="0"/>
              </a:rPr>
              <a:t>Internationalisation</a:t>
            </a:r>
          </a:p>
          <a:p>
            <a:endParaRPr lang="fr-FR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53593F-6200-9B90-9F3A-43AA5EB2DB48}"/>
              </a:ext>
            </a:extLst>
          </p:cNvPr>
          <p:cNvSpPr txBox="1"/>
          <p:nvPr/>
        </p:nvSpPr>
        <p:spPr>
          <a:xfrm>
            <a:off x="533400" y="6388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3607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6D628D-1D5A-00AB-6D67-9D547E42A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1999" b="-1"/>
          <a:stretch>
            <a:fillRect/>
          </a:stretch>
        </p:blipFill>
        <p:spPr>
          <a:xfrm>
            <a:off x="1383641" y="1557600"/>
            <a:ext cx="8764270" cy="492989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8F0134-15DB-FBE6-5BD9-D82E6517F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558" y="71711"/>
            <a:ext cx="9707880" cy="1300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 err="1">
                <a:latin typeface="Bierstadt" panose="020B0004020202020204" pitchFamily="34" charset="0"/>
              </a:rPr>
              <a:t>Diagramme</a:t>
            </a:r>
            <a:r>
              <a:rPr lang="en-US" sz="4000" dirty="0">
                <a:latin typeface="Bierstadt" panose="020B0004020202020204" pitchFamily="34" charset="0"/>
              </a:rPr>
              <a:t> de </a:t>
            </a:r>
            <a:r>
              <a:rPr lang="en-US" sz="4000" dirty="0" err="1">
                <a:latin typeface="Bierstadt" panose="020B0004020202020204" pitchFamily="34" charset="0"/>
              </a:rPr>
              <a:t>cas</a:t>
            </a:r>
            <a:r>
              <a:rPr lang="en-US" sz="4000" dirty="0">
                <a:latin typeface="Bierstadt" panose="020B0004020202020204" pitchFamily="34" charset="0"/>
              </a:rPr>
              <a:t> </a:t>
            </a:r>
            <a:r>
              <a:rPr lang="en-US" sz="4000" dirty="0" err="1">
                <a:latin typeface="Bierstadt" panose="020B0004020202020204" pitchFamily="34" charset="0"/>
              </a:rPr>
              <a:t>d’utilisation</a:t>
            </a:r>
            <a:r>
              <a:rPr lang="en-US" sz="4000" dirty="0">
                <a:latin typeface="Bierstadt" panose="020B0004020202020204" pitchFamily="34" charset="0"/>
              </a:rPr>
              <a:t> </a:t>
            </a:r>
            <a:r>
              <a:rPr lang="en-US" sz="4000" dirty="0" err="1">
                <a:latin typeface="Bierstadt" panose="020B0004020202020204" pitchFamily="34" charset="0"/>
              </a:rPr>
              <a:t>globale</a:t>
            </a:r>
            <a:endParaRPr lang="en-US" sz="4000" dirty="0">
              <a:latin typeface="Bierstadt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29874-DA6D-8D1F-6E43-57FAE18EA4EB}"/>
              </a:ext>
            </a:extLst>
          </p:cNvPr>
          <p:cNvSpPr txBox="1"/>
          <p:nvPr/>
        </p:nvSpPr>
        <p:spPr>
          <a:xfrm>
            <a:off x="1100051" y="4072043"/>
            <a:ext cx="10058400" cy="12827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4AE222-FA3F-F661-DAFC-6BECDE3EF76C}"/>
              </a:ext>
            </a:extLst>
          </p:cNvPr>
          <p:cNvSpPr txBox="1"/>
          <p:nvPr/>
        </p:nvSpPr>
        <p:spPr>
          <a:xfrm>
            <a:off x="533400" y="63881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5799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69CCF-DB08-9C8F-2FF1-4CF5FFEAB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A06C-A01C-C988-26EF-35BB52C2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>
                <a:latin typeface="Bierstadt" panose="020B0004020202020204" pitchFamily="34" charset="0"/>
              </a:rPr>
              <a:t>Diagramme de classe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C0B6D5-1367-1F81-9848-54D7878DD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3879" y="1863725"/>
            <a:ext cx="5276130" cy="43513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C346C23-7002-EBF7-9861-2A833C8F28FD}"/>
              </a:ext>
            </a:extLst>
          </p:cNvPr>
          <p:cNvSpPr/>
          <p:nvPr/>
        </p:nvSpPr>
        <p:spPr>
          <a:xfrm>
            <a:off x="4578724" y="4928347"/>
            <a:ext cx="3126441" cy="3899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BBD4B-2F94-D831-B1B9-534E31373039}"/>
              </a:ext>
            </a:extLst>
          </p:cNvPr>
          <p:cNvSpPr txBox="1"/>
          <p:nvPr/>
        </p:nvSpPr>
        <p:spPr>
          <a:xfrm>
            <a:off x="533400" y="63881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36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Hands holding a tablet with text overlay&#10;&#10;AI-generated content may be incorrect.">
            <a:extLst>
              <a:ext uri="{FF2B5EF4-FFF2-40B4-BE49-F238E27FC236}">
                <a16:creationId xmlns:a16="http://schemas.microsoft.com/office/drawing/2014/main" id="{49E3A124-E171-2832-68EC-62F82B45C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17"/>
          <a:stretch>
            <a:fillRect/>
          </a:stretch>
        </p:blipFill>
        <p:spPr>
          <a:xfrm>
            <a:off x="-209876" y="0"/>
            <a:ext cx="12191999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8D769-225B-2F8E-B1CF-EB5C7D9F0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rgbClr val="FFFFFF"/>
                </a:solidFill>
              </a:rPr>
              <a:t>Réalisation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A3789F-6D8D-6DAA-38E3-C8F346E0CEDA}"/>
              </a:ext>
            </a:extLst>
          </p:cNvPr>
          <p:cNvSpPr txBox="1"/>
          <p:nvPr/>
        </p:nvSpPr>
        <p:spPr>
          <a:xfrm>
            <a:off x="1100051" y="4072043"/>
            <a:ext cx="10058400" cy="12827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C9797-D420-A2A2-AB90-359901C5E951}"/>
              </a:ext>
            </a:extLst>
          </p:cNvPr>
          <p:cNvSpPr txBox="1"/>
          <p:nvPr/>
        </p:nvSpPr>
        <p:spPr>
          <a:xfrm>
            <a:off x="11155680" y="63114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9239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16FD27-BDAF-6277-0A7D-FD3075BE6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399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224</Words>
  <Application>Microsoft Office PowerPoint</Application>
  <PresentationFormat>Widescreen</PresentationFormat>
  <Paragraphs>84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Bierstadt</vt:lpstr>
      <vt:lpstr>Calibri</vt:lpstr>
      <vt:lpstr>Calibri Light</vt:lpstr>
      <vt:lpstr>Wingdings</vt:lpstr>
      <vt:lpstr>Thème Office</vt:lpstr>
      <vt:lpstr>Raccourcisseur d’URL Minimaliste (Full-Stack)</vt:lpstr>
      <vt:lpstr>Sommaire</vt:lpstr>
      <vt:lpstr>PowerPoint Presentation</vt:lpstr>
      <vt:lpstr>Problématique</vt:lpstr>
      <vt:lpstr>Objectifs</vt:lpstr>
      <vt:lpstr>Architecture générale</vt:lpstr>
      <vt:lpstr>Technologies utilisées</vt:lpstr>
      <vt:lpstr>PowerPoint Presentation</vt:lpstr>
      <vt:lpstr>Spécification des besoins</vt:lpstr>
      <vt:lpstr>Diagramme de cas d’utilisation globale</vt:lpstr>
      <vt:lpstr>Diagramme de classe</vt:lpstr>
      <vt:lpstr>Réalisation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Adem KRIOUANE</cp:lastModifiedBy>
  <cp:revision>6</cp:revision>
  <dcterms:created xsi:type="dcterms:W3CDTF">2026-02-14T17:39:24Z</dcterms:created>
  <dcterms:modified xsi:type="dcterms:W3CDTF">2026-02-14T22:18:07Z</dcterms:modified>
</cp:coreProperties>
</file>